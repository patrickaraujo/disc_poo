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— Linguagem de Programação Java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história, portabilidade e JVM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classes e o método main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void, retorno e comentários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 de acesso (encapsulamento)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 múltiplos (polimorfismo)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Superclasses e Subclasses (herança) + Dinâmicas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Linguagem Java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Sun Microsystems ao mundo: portabilidade com a JVM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Origem e estratégia do Java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inicial da Sun Microsystems — visão de mercado para dispositivos inteligentes.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popularização: sintaxe baseada na linguagem C (a mais popular da época).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Programadores migraram facilmente — comandos familiares, curva de aprendizado reduzida.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1995: Sun apresenta Java para grandes empresas, World Wide Web e dispositivos de consumo.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uma das linguagens mais populares do mundo, com vasta comunidade e ecossistema.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Compilação + Interpretação: o papel da JVM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usa modelo híbrido: código é compilado em bytecode (intermediário) e interpretado pela JVM.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(Java Virtual Machine): máquina virtual instalada no equipamento que interpreta o bytecode.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 (ex.: C): melhor desempenho, mas sem portabilidade entre SOs.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Interpretado (ex.: Python): portável, mas mais lento (interpretado a cada execução).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meio-termo — bytecode compilado uma vez, JVM interpreta em qualquer plataforma.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Código Java → Compilador → Bytecode (.class) → JVM Windows/Linux/Mac → Execução.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Compilado vs. Interpretado vs. 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preencham a tabela comparativa abaixo: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Compilado (C) | Interpretado (Python) | Híbrido (Java).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Linhas: Desempenho | Portabilidade | Necessita JVM? | Exemplo de uso ideal.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Discutam: por que Java escolheu o modelo híbrido? Quais as vantagens práticas?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(compilado): alto desempenho, baixa portabilidade, não usa JVM. Ideal: sistemas operacionais, drivers.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(interpretado): desempenho menor, alta portabilidade, não usa JVM. Ideal: scripts, IA, prototipagem.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(híbrido): bom desempenho, alta portabilidade, requer JVM. Ideal: apps corporativos, Android, web.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escolheu o modelo híbrido para ter o lema 'Write Once, Run Anywhere' (escreva uma vez, rode em qualquer lugar).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Classes em Java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a estrutura base no NetBeans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Criando uma classe Java no NetBeans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criar um novo projeto, a IDE gera automaticamente a classe principal com o método main.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main é o ponto de entrada — primeira coisa executada ao iniciar o programa.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criar nova classe: botão direito no pacote → Nova → Classe Java → nomear 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Convenção: nomes de classe sempre iniciam com letra maiúscula (ex.: Carro, Pessoa, ContaBancaria).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delimitado por { } — tudo entre chaves pertence àquele bloco.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Exemplo: classe Carro em Java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Carro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Atributos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motor;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modelo;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ano;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Método sem retorno (void)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ligar()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System.out.println("Carro Ligou!");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Método com retorno (int)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calcularAno(int ano)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this.ano;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definem o estado; métodos definem as ações do objeto.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Crie sua Primeira Classe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escreva no papel (ou no caderno) uma classe Java para 'Aluno'.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Inclua: pelo menos 3 atributos (nome, matricula, nota), 1 método void e 1 método com retorno.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Lembre-se: classe com letra maiúscula, { } para delimitar escopo, tipos primitivos nos atributos.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void: exibirDados() → imprime nome e matrícula.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com retorno: verificarAprovacao() → retorna true se nota &gt;= 6.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6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Aluno { 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public String nome; public int matricula; public float nota;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public void exibirDados() { System.out.println(nome + " - " + matricula);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public boolean verificarAprovacao() { return this.nota &gt;= 6;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= não retorna nada, apenas executa. boolean = retorna true/false com 'return'.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 Métodos em Java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dos objetos: void, retorno e comentários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métodos e comentários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são ações que os objetos realizam — definidos dentro da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void: não retorna valor. Usa a palavra 'void' antes do nome (ex.: public void ligar()).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com retorno: declara o tipo de retorno antes do nome + usa 'return' no corpo.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retorno: int, float, String, boolean — o retorno deve corresponder ao tipo declarado.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Comentários: // para linha única. Tudo após // é ignorado pelo compilador — serve como documentação.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comente o propósito de cada método para facilitar manutenção e leitura do código.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 vs. retorno: comparação lado a lado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SEM retorno (procedimento)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exibirDados()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System.out.println("Modelo: " + this.modelo);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Não tem return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COM retorno (função)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calcularIdade(int anoAtual)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anoAtual - this.ano;  // Retorna int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= ação sem resposta | tipo primitivo = ação que devolve um valor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 Modificadores de Acesso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na prática: public, private, protected, default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modificadores de acesso?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garantem o encapsulamento na linguagem Java.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quem tem direito de acessar diretamente atributos ou métodos.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principais: public, private, protected e default (sem palavra-chave).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acessível de qualquer lugar — classes, pacotes, subclasses.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acessível apenas dentro da própria classe — máxima restrição.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acessível no mesmo pacote + subclasses em pacotes diferentes.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(sem modificador): acessível apenas dentro do mesmo pacote.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Tabela de modificadores de acesso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pacote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diferente (subclasse)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 diferente (sem subclasse)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F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= acesso total | private = apenas dentro da classe | protected = pacote + subclasses | default = apenas pacote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Aplicando Modificadores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considere a classe ContaBancaria vista na Aula 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os atributos e métodos agora com os modificadores Java corretos: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→ private (protegido), titular → private, depositar() → public, sacar() → public.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validarSenha() → private, consultarSaldo() → public.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como acessar 'saldo' de fora da classe se ele é private? (dica: getters/setters)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float saldo; private String titular; → protegidos contra acesso externo direto.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void depositar(float valor) { this.saldo += valor; } → público, qualquer classe pode chamar.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float consultarSaldo() { return this.saldo; } → getter público para ler o saldo.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boolean validarSenha(String s) { ... } → interno, só a própria classe usa.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getter/setter: métodos públicos que controlam acesso a atributos privados — encapsulamento na prática!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 Construtores Múltiplos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na prática: mesmo nome, parâmetros diferentes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construtores múltiplos?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construtor: tem o mesmo nome da classe, inicializa o objeto ao instanciá-lo.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 múltiplos = mesmo nome, mas com parâmetros diferentes (sobrecarga).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Exemplificam polimorfismo: dependendo dos parâmetros passados, um construtor diferente é chamado.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construtor pode inicializar o objeto de forma diferente conforme o contexto.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flexibilidade: criar objeto vazio, com dados parciais ou com todos os dados.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Exemplo: classe Aviao com 3 construtores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Aviao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empresa;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modelo;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Aviao() {                    // Sem parâmetros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 vruu!");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Aviao(int x, int y) {        // 2 inteiros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System.out.println("Resultado = " + (x+y));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Aviao(String empresa, String modelo) { // 2 Strings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this.empresa = empresa;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this.modelo = modelo;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construtores com mesmo nome 'Aviao', mas parâmetros diferentes = polimorfismo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Criando Construtores Múltiplos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crie a classe 'Produto' com 3 construtores diferentes: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1: sem parâmetros — imprime 'Produto genérico criado'.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2: recebe (String nome) — inicializa apenas o nome.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3: recebe (String nome, float preco, int estoque) — inicializa tudo.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também uma classe 'Loja' com método main que instancie 3 objetos Produto, um para cada construtor.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Produto() { System.out.println("Produto genérico criado");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Produto(String nome) { this.nome = nome;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Produto(String nome, float preco, int estoque) { this.nome = nome; this.preco = preco; this.estoque = estoque;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classe Loja: Produto p1 = new Produto(); | Produto p2 = new Produto("Caneta"); | Produto p3 = new Produto("Mouse", 49.90f, 100);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'new Produto(...)' chama um construtor diferente — isso é polimorfismo via sobrecarga.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 Superclasse e Subclasse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em Java com a palavra-chave extends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 em Java: extends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criar uma subclasse, usa-se a palavra-chave 'extends' na declaração.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public class Cachorro extends Animal { } → Cachorro herda tudo de Animal.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superclasse Animal tem atributos genéricos: especie, tamanho, cor (protected).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subclasse Cachorro herda tudo e pode adicionar atributos próprios (ex.: raca, adestrado).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protected nos atributos da superclasse permite acesso pelas subclasses.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reaproveitamento de código + organização hierárquica.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5 — Herança Completa em 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criem uma hierarquia de herança em Java para um sistema de RH: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 'Funcionario': atributos protected (nome, cpf, salario) + método calcularBonificacao().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'Gerente': extends Funcionario + atributo setor + sobrescreve calcularBonificacao() (10%).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'Estagiario': extends Funcionario + atributo faculdade + sobrescreve calcularBonificacao() (3%).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Escrevam o código completo no papel ou caderno.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8 minutos. Apresentação: 2 minutos por dupla.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Funcionario { protected String nome; protected float salario; public float calcularBonificacao() { return salario * 0.05f; }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Gerente extends Funcionario { private String setor; public float calcularBonificacao() { return salario * 0.10f; }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Estagiario extends Funcionario { private String faculdade; public float calcularBonificacao() { return salario * 0.03f; }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temos herança (extends) + polimorfismo (mesmo método, comportamento diferente) + encapsulamento (private/protected).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princípios da OO trabalhando juntos na prática!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"Java une desempenho e portabilidade graças à JVM: escreva uma vez, rode em qualquer lugar."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sintaxe baseada em C, modelo híbrido compilado+interpretado via JVM.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 letra maiúscula, escopo em { }, método main como ponto de entrada.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void (sem retorno) vs. métodos com retorno (int, String, boolean...).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Modificadores: public, private, protected, default — encapsulamento na prática.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 múltiplos = polimorfismo. extends = herança entre classes.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— Aula 5</dc:title>
  <dc:subject>PptxGenJS Presentation</dc:subject>
  <dc:creator>UNISA</dc:creator>
  <cp:lastModifiedBy>UNISA</cp:lastModifiedBy>
  <cp:revision>1</cp:revision>
  <dcterms:created xsi:type="dcterms:W3CDTF">2026-03-14T05:50:03Z</dcterms:created>
  <dcterms:modified xsi:type="dcterms:W3CDTF">2026-03-14T05:50:03Z</dcterms:modified>
</cp:coreProperties>
</file>