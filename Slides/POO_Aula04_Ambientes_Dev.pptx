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Programação Orientada a Objetos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 — Ambientes de Desenvolvimento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572000"/>
            <a:ext cx="77724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Santa Amaro — UNISA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veremos hoje?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0972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de uma linguagem OO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1664208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66420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linguagem C como base histórica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2231136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31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23113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uma IDE? Compiladores e ferramentas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2798064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98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79806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NetBeans — história e recursos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3364992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64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336499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Eclipse e IDE Visual Studio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3931920"/>
            <a:ext cx="384048" cy="38404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31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9319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Dinâmicas &amp; Atividades práticas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4.1 Linguagens OO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uma linguagem precisa ter para suportar OO?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Requisitos de uma linguagem orientada a objetos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 oferecer suporte obrigatório a: encapsulamento, herança e polimorfismo.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abstração é representada pela possibilidade de criar classes e trocar mensagens entre objetos.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 princípios devem ser considerados desde a análise de requisitos junto ao cliente.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das linguagens atuais é multi-paradigma — aceita mais de um estilo de programação.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com suporte pleno a OO: Java, C#, C++, Python, Ruby, PHP, VB.NET, Object Pascal.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linguagem C: mãe das linguagens OO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linguagem C não é OO — é a maior representante da programação estruturada.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Porém, inspirou diversas linguagens OO: Java, C#, C++, Objective-C.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de 3ª geração (alto nível), criada no início da década de 1970.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Compilador C era distribuído com sistemas Unix e tinha fácil portabilidade de hardware.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Rapidamente se tornou popular, servindo de base sintática para linguagens atuais.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e C# herdam a estrutura de sintaxe do C — quem aprende uma, facilita nas outras.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 1 — Linguagem é OO ou não?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duplas, analisem a lista de linguagens abaixo e classifiquem: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 Java, Assembly, Python, HTML, C#, SQL, Ruby, JavaScript, PHP.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uma: (a) é linguagem OO? (b) é multi-paradigma? (c) herda sintaxe do C?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nem tudo que parece linguagem de programação suporta OO!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5 minutos. Discutam as respostas com a turma.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Respostas — Dinâmica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estruturada, não OO, base sintática. Assembly: baixo nível, não OO.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Java: OO (multi-paradigma), sintaxe baseada em C.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multi-paradigma (OO + funcional + estruturada), sintaxe própria.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HTML: NÃO é linguagem de programação — é linguagem de marcação. SQL: linguagem de consulta.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C#: OO (multi-paradigma), sintaxe baseada em C. Ruby: OO puro. PHP: multi-paradigma. JavaScript: multi-paradigma.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Chave: nem toda linguagem popular é OO, e nem toda linguagem de computador é de programação.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 O que é uma IDE?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Integrado de Desenvolvimento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código-fonte ao executável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precisam ser escritos em linguagem de programação com rigor absoluto.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Compilador: ferramenta que transforma código de alto nível em linguagem de máquina (executável).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Editores de código indicam erros de sintaxe com cores, sublinhados e sugestões em tempo real.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do editor e compilador: ferramentas de modelagem, refatoração, templates de interface.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tudo se junta num só ambiente → IDE (Integrated Development Environment).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Características gerais das IDEs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principal: aumentar a agilidade e precisão do desenvolvimento.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IDEs suportam múltiplas linguagens e são configuráveis via plug-ins.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comum haver uma IDE principal para cada linguagem e vice-versa.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populares: NetBeans, Eclipse, Visual Studio, Delphi, DEV C++, Android Studio.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são gratuitas ou possuem versões gratuitas para estudantes.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 2 — Montando sua IDE Ideal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grupos de 3, imaginem que vão criar uma IDE do zero para desenvolvimento Java.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funcionalidades incluiriam? Listem pelo menos 6 recursos.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Classifiquem cada recurso como: ESSENCIAL, IMPORTANTE ou DESEJÁVEL.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Comparem a lista do grupo com as funcionalidades reais do NetBeans ou Eclipse.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6 minutos.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Exemplos de resposta — Dinâmica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ESSENCIAL: editor de código com syntax highlighting, compilador integrado, console de saída, gerenciador de arquivos.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depurador (debugger), autocompletar código, gerenciamento de dependências.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DESEJÁVEL: integração com banco de dados, designer de interface gráfica, controle de versão (Git), temas visuais.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IDEs reais oferecem tudo isso e mais — plug-ins permitem expandir infinitamente.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27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4.3 IDE NetBeans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Praga para o mundo: a história do Apache NetBeans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27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História do NetBeans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1996: projeto iniciado por estudantes tchecos em Praga — IDE em Java, para Java.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2000: Sun Microsystems (detentora do Java) adquire o projeto e incorpora à sua linha.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2010: Oracle compra a Sun e assume o NetBeans, já como projeto livre e de código aberto.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2016: Oracle transfere o NetBeans para a comunidade Apache Foundation.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Apache NetBeans IDE — ambiente completo, gratuito, mantido pela comunidade.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27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Recursos do NetBeans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de código para: Java, XML, CSS, HTML, JSP, JavaScript, PHP, Groovy, C, C++ e mais.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Plug-ins variados para necessidades específicas — banco de dados, frameworks, testes.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nativo a conexão com banco de dados e ferramentas de interface gráfica.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Compilação, depuração e execução integrados — tudo sem sair da IDE.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gratuito em netbeans.apache.org.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27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 3 — Linha do Tempo das IDEs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duplas, organizem os eventos abaixo em ordem cronológica correta: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Eventos: Oracle compra Sun | NetBeans criado em Praga | Eclipse lançado pela IBM | Apache recebe NetBeans | Sun compra NetBeans | Visual Studio Community lançado.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ordenar, respondam: qual IDE é mais antiga? Qual é a mais recente?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4 minutos.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27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Respostas — Dinâmica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1996: NetBeans criado em Praga.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2000: Sun Microsystems compra o NetBeans.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2001: Eclipse lançado pela IBM.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2010: Oracle compra a Sun (e assume NetBeans).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2014: Visual Studio Community lançado pela Microsoft.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2016: Oracle transfere NetBeans para a Apache Foundation.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antiga: NetBeans (1996). Mais recente como 'community': Visual Studio Community (2014).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4.4 IDE Eclipse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Leve, poderosa e extensível via plug-ins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27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Eclipse: características principais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Desenvolvida originalmente pela IBM, lançada em 2001 — totalmente em Java.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livre e de código aberto — permite personalização e criação de plug-ins próprios.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Suporta: C, C++, Java, PHP, Python, Perl e muitas outras via plug-ins.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amigável, leve e com baixo requisito de hardware.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gratuito em eclipse.org — site rico em documentação e tutoriais.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27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4.5 Visual Studio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 da Microsoft e o ecossistema .NET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27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Studio: características principais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proprietária da Microsoft — versão Community é gratuita para estudantes e open source.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Suporta: Visual Basic, C, C++, C# e F# com .NET Framework.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Framework: plataforma única para desenvolvimento e execução multiplataforma.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muito completa, porém mais pesada — recomendado mínimo 4GB de RAM.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traduções em português — facilita para programadores iniciantes.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Depurador preciso e boas ferramentas de conexão com banco de dados.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27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Comparativo: NetBeans vs. Eclipse vs. Visual Studio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51760" cy="338328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651760" cy="54864"/>
          </a:xfrm>
          <a:prstGeom prst="rect">
            <a:avLst/>
          </a:prstGeom>
          <a:solidFill>
            <a:srgbClr val="2EC4B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NetBeans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173736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Foco: Java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Praga (1996)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Mantido: Apache Foundation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Licença: livre / código aberto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Peso: médio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Plug-ins: variados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54680" y="1051560"/>
            <a:ext cx="2651760" cy="338328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54680" y="1051560"/>
            <a:ext cx="2651760" cy="54864"/>
          </a:xfrm>
          <a:prstGeom prst="rect">
            <a:avLst/>
          </a:prstGeom>
          <a:solidFill>
            <a:srgbClr val="2EC4B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2344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Eclipse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291840" y="173736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Foco: Java (+ multi-linguagem)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IBM (2001)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Mantido: Eclipse Foundation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Licença: livre / código aberto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Peso: leve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Plug-ins: extensível ao máximo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989320" y="1051560"/>
            <a:ext cx="2651760" cy="338328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89320" y="1051560"/>
            <a:ext cx="2651760" cy="54864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8368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Studio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126480" y="173736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Foco: C# / .NET / C++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Microsoft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Mantido: Microsoft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Licença: proprietária (Community grátis)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Peso: pesado (~4GB RAM)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Destaque: depurador + português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21" name="Text 1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27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 4 — Escolhendo a IDE certa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grupos de 3–4, analisem os cenários abaixo e escolham a melhor IDE para cada um: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A: Startup que desenvolve apps Android com equipe de 3 devs iniciantes.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B: Empresa financeira com sistema legado em C# e equipe de 10 devs.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C: Projeto acadêmico em Java para disciplina de POO com orçamento zero.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Justifiquem cada escolha considerando: linguagem, custo, peso, facilidade.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6 minutos. Apresentação: 2 minutos por grupo.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27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Respostas possíveis — Dinâmica 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A (Android): Android Studio (IDE oficial) ou Eclipse com plug-in ADT. NetBeans também funciona para Java Android.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B (C# corporativo): Visual Studio — suporte nativo a C#/.NET, depurador avançado, equipe pode usar a versão Enterprise.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C (POO acadêmico): NetBeans ou Eclipse — ambos gratuitos, leves, foco em Java, perfeitos para estudantes.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IDE 'melhor' — existe a mais adequada para o contexto e necessidade do projeto.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27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 5 — Do Requisito ao Ambiente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Individualmente, relembre tudo que vimos nas Aulas 1 a 4 e responda: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Quais são os 4 princípios obrigatórios da OO?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Cite 2 diferenças entre programação estruturada e OO.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O que é um compilador e qual sua função?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O que significa IDE e qual o objetivo principal?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Qual IDE você escolheria para um projeto Java e por quê?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5 minutos. Revisão coletiva.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27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Revisão rápida — Dinâmica 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Abstração, Encapsulamento, Herança e Polimorfismo.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Estruturada: sequencial, funções. OO: objetos, troca de mensagens, classes.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Compilador: transforma código de alto nível em linguagem de máquina (executável).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IDE = Integrated Development Environment — junta editor, compilador e ferramentas num só lugar.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Resposta aberta: NetBeans (Apache, foco Java), Eclipse (leve, extensível) ou outra justificada.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27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65760"/>
            <a:ext cx="7680960" cy="118872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365760"/>
            <a:ext cx="54864" cy="1188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45720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"Uma linguagem OO deve oferecer suporte a encapsulamento, herança e polimorfismo. A abstração vem pela criação de classes e troca de mensagens."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Pontos-chave da aula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OO deve suportar os 4 princípios — a maioria hoje é multi-paradigma.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linguagem C (estruturada) inspirou a sintaxe de Java, C#, C++.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Compilador transforma código de alto nível em linguagem de máquina.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integra editor, compilador e ferramentas para agilizar o desenvolvimento.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NetBeans, Eclipse e Visual Studio são as IDEs mais populares para Java e C#.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572000"/>
            <a:ext cx="4572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Até a próxima aula.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4572000"/>
            <a:ext cx="36576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Orientada a Objetos — Aula 4</dc:title>
  <dc:subject>PptxGenJS Presentation</dc:subject>
  <dc:creator>UNISA</dc:creator>
  <cp:lastModifiedBy>UNISA</cp:lastModifiedBy>
  <cp:revision>1</cp:revision>
  <dcterms:created xsi:type="dcterms:W3CDTF">2026-03-14T05:40:39Z</dcterms:created>
  <dcterms:modified xsi:type="dcterms:W3CDTF">2026-03-14T05:40:39Z</dcterms:modified>
</cp:coreProperties>
</file>