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— Paradigma de Programação Orientada a Objetos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conceito e importância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 gerações de linguagens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Estruturada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 (POO)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Estruturada vs. Orientada a Objetos — comparativo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Dinâmicas &amp; Atividades práticas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Algoritmos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finitas de etapas para executar tarefas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algoritmos?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sequência finita de etapas para executar uma tarefa pré-determinada.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Executamos algoritmos no cotidiano: tomar banho, escovar dentes, atravessar a rua, conferir troco.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computacionais também nos cercam: GPS calcula menor rota, e-commerce detecta fraudes.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crucial: instruções para humanos podem ser livres; para computadores exigem precisão perfeita.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executa exatamente o que lhe for indicado, linha a linha, sem questionamentos.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Precisão computacional vs. humana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 humano tem capacidade cognitiva de interpretar e adaptar instruções ambíguas.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não tem bom senso: se receber uma instrução sem fim, a executa até ser forçado a parar.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infinitos são um erro comum causado por falta de precisão na descrição do algoritmo.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qualidade do algoritmo depende diretamente da clareza e detalhamento do programador.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bem escritos são a base de qualquer software, independentemente do paradigma.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Algoritmo do Dia a 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escolham uma atividade cotidiana simples (ex.: fazer café, sacar dinheiro no caixa eletrônico).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Escrevam o algoritmo com pelo menos 8 passos sequenciais.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Agora, troquem os algoritmos entre as duplas.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dupla que recebeu deve executar LITERALMENTE cada passo, como um computador faria.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Identifiquem: onde a instrução foi ambígua? O que um computador faria de errado?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 Discussão: 3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Reflexões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'Fazer café': se não disse 'colocar filtro no suporte', o computador tentaria jogar pó direto na jarra.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como 'colocar um pouco de açúcar' são ambíguos — quanto é 'um pouco'? O computador precisa de '2 colheres'.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'ligar a cafeteira' faz o computador esperar infinitamente pela água esquentar.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Lição: algoritmos computacionais exigem cada passo descrito com precisão absoluta.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Programação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linguagens de máquina ao alto nível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programação?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Programação: processo de transcrição dos algoritmos para o computador.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computador é composto por algoritmos que se complementam para executar processos.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desenvolver sistemas, é necessário escolher uma linguagem de programação e uma metodologia.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linguagens evoluíram ao longo das décadas, dividindo-se em três gerações principais.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gerações de linguagens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Geração — Linguagem de máquina: sequências numéricas (binário), complexa e custosa, linguagem natural do hardware.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Geração — Linguagem assembler: abreviações em inglês substituem os números, mais produtiva, mas requer tradutores.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Geração — Linguagem de alto nível: semelhante à comunicação humana, baseada no inglês, usa expressões matemáticas.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permitiu ao programador focar em funcionalidades, não na complexidade da linguagem.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atuais de alto nível: Java, Python, C#, JavaScript — todas operam com paradigmas como OO.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Traduzindo entre Gerações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3, imaginem a instrução: 'Some os números 5 e 3 e mostre o resultado'.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seria essa instrução em cada geração?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1 (máquina): tentem representar com números fictícios (ex.: 0010 0101 0011 ...).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2 (assembler): usem mnemônicos (ex.: LOAD 5, ADD 3, PRINT).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3 (alto nível): escrevam em pseudocódigo ou qualquer linguagem que conheçam.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 Qual geração foi mais intuitiva?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de resposta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Máquina: 00101000 00000101 00110000 00000011 01010000 — incompreensível sem documentação.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Assembler: LOAD R1, 5 / ADD R1, 3 / MOV R2, R1 / PRINT R2 — legível mas verboso.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nível: resultado = 5 + 3; print(resultado) — quase uma frase em inglês.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geração, o programador ganha produtividade e se aproxima do raciocínio humano.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Prog. Estruturada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paradigma clássico: execução sequencial de instruções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paradigma de programação?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= forma como pensamos ao programar. Define desde o levantamento de requisitos até a execução.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vários: programação estruturada, orientada a objetos, concorrente, funcional, etc.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paradigma exige do programador conhecimentos e formas de raciocínio específicos.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orientadas a paradigma obrigam o uso de um estilo; outras permitem flexibilidade.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paradigma influencia toda a cadeia: análise → projeto → codificação → uso pelo usuário.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da Programação Estruturada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mais clássico e geralmente o primeiro paradigma aprendido por programadores.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Baseia-se na execução de instruções em ordem sequencial — passo a passo.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agrupamento de código em funções ou procedimentos reutilizáveis.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calcular média → receber 2 números → somar → dividir por 2 (um passo de cada vez).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funções, o código é executado linha por linha de forma sequencial.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mais fácil inicialmente por ser mais 'ordenada' e linear.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Pensando de Forma Estruturada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escreva um algoritmo estruturado para: 'Calcular o salário líquido de um funcionário'.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salário bruto, desconto INSS (11%), desconto IR (15% sobre o que resta após INSS).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passo a passo, de forma sequencial, como na programação estruturada.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classes nem objetos — apenas variáveis e passos em sequência.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possível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Receber salarioBruto.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descontoINSS = salarioBruto × 0.11.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3: baseIR = salarioBruto − descontoINSS.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4: descontoIR = baseIR × 0.15.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5: salarioLiquido = baseIR − descontoIR.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6: Exibir salarioLiquido.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tudo é sequencial, sem troca de mensagens entre objetos — uma instrução após a outra.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Programação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 e troca de mensagens desde os anos 1960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Origens e popularização da POO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Surgiu na década de 1960 com a linguagem Simula 67 — uma das primeiras com conceito de classes.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Tornou-se popular na década de 1980 e é um dos paradigmas mais utilizados hoje.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facilitador: reaproveitamento de código por meio de herança e composição.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análise de requisitos, o software é pensado em termos de classes e objetos do mundo real.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 de objetos ocorre desde o início do desenvolvimento, acelerando entregas.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execução na POO?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não é estritamente sequencial como na programação estruturada.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do sistema é a troca de mensagens entre objetos — um objeto chama métodos de outro.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de instruções muda conforme as requisições feitas entre os objetos em execução.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pode ter seus próprios métodos sendo invocados em qualquer ordem necessária.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um fluxo de execução dinâmico, mais próximo da forma como processos reais acontecem.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Mesmo Problema, Pensamento OO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Retome o cálculo do salário líquido da Dinâmica 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Agora, modele a solução usando orientação a objetos: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classes você criaria? (ex.: Funcionario, FolhaPagamento, Imposto...)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atributos e métodos cada classe teria?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objetos trocariam mensagens para calcular o salário líquido?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 Discutam em duplas.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Funcionario: atributos (nome, salarioBruto). Método: getSalarioBruto().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Imposto: atributos (aliquotaINSS, aliquotaIR). Métodos: calcularINSS(bruto), calcularIR(base).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FolhaPagamento: método calcularLiquido(funcionario, imposto) — chama métodos dos outros objetos.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FolhaPagamento pede salário ao Funcionario → envia ao Imposto → recebe descontos → calcula líquido.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Diferença: os objetos interagem por mensagens, cada um com sua responsabilidade específica.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Estruturada vs.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Semelhanças, diferenças e quando usar cada uma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Comparativo: Estruturada vs. Orientada a Objetos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Prog. Estruturada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sequencial de instruções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por funções/procedimentos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executado linha por linha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fácil de aprender inicialmente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linear e ordenado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Prog. Orientada a Objetos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baseada em troca de mensagens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por classes e objetos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dinâmico entre objetos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adaptação na forma de pensar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próxima da realidade empresarial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têm em comum e o que diferencia?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paradigmas usam instruções escritas linha a linha com rigor de sintaxe.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depende mais da linguagem e do ambiente do que do paradigma em si.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tende a segmentar o código em mais partes e faz mais chamadas de classes.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 algoritmo do programador é o fator mais determinante para eficiência.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migração entre os paradigmas não costuma ser difícil — ambos usam instruções escritas.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multiparadigma (ex.: Python, C++) permitem escolher o estilo mais confortável.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5 — Debate: Qual Paradigma Usar?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Dividam a turma em dois times: Time Estruturada vs. Time OO.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uma startup precisa criar um app de delivery de comida.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time deve argumentar por que seu paradigma é melhor para esse projeto.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Considerem: velocidade de desenvolvimento, manutenção futura, tamanho da equipe, reutilização.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 de preparação + 3 minutos por time para apresentar argumentos.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media o debate e destaca pontos fortes de cada lado ao final.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paradigma de OO vê o mundo como uma coleção de objetos que interagem entre si, tornando a programação muito mais próxima à realidade do cotidiano."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são sequências finitas de etapas — base de todo software.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evoluíram: máquina → assembler → alto nível.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 Estruturada: execução sequencial, agrupamento por funções.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POO: surgiu com Simula 67, baseia-se em classes, objetos e troca de mensagens.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não é necessariamente mais rápida, mas é mais próxima da realidade empresarial.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 — Aula 2</dc:title>
  <dc:subject>PptxGenJS Presentation</dc:subject>
  <dc:creator>UNISA</dc:creator>
  <cp:lastModifiedBy>UNISA</cp:lastModifiedBy>
  <cp:revision>1</cp:revision>
  <dcterms:created xsi:type="dcterms:W3CDTF">2026-03-09T01:12:10Z</dcterms:created>
  <dcterms:modified xsi:type="dcterms:W3CDTF">2026-03-09T01:12:10Z</dcterms:modified>
</cp:coreProperties>
</file>