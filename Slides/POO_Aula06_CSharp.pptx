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Programação Orientada a Objetos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6 — Linguagem de Programação C#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572000"/>
            <a:ext cx="77724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Santa Amaro — UNISA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veremos hoje?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09728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C#: origem, .NET Framework e Visual Studio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1664208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166420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classes: namespace, using, Main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2231136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2311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2231136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em C#: void, retorno, getters/setters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2798064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798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279806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Modificadores de acesso (encapsulamento)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3364992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64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336499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Construtores múltiplos (polimorfismo)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3931920"/>
            <a:ext cx="384048" cy="38404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931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393192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Herança com ':' + Comparativo Java vs. C#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45920"/>
            <a:ext cx="914400" cy="914400"/>
          </a:xfrm>
          <a:prstGeom prst="ellipse">
            <a:avLst/>
          </a:prstGeom>
          <a:solidFill>
            <a:srgbClr val="24365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4708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4630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6.1 Linguagem C#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828800" y="21945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Microsoft, .NET e alta produtividade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Origem e características do C#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Pronuncia-se 'C sharp' — desenvolvida pela Microsoft em 2000.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Criada para utilização do conceito .NET: frameworks com funções pré-implementadas.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em OO e agilidade na produção do resultado final — fácil aprendizagem e alta produtividade.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bibliotecas do .NET Framework foram escritas em C# pelo alto desempenho.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 baseada em C — familiar para quem já conhece Java, C++ ou C.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principal: Visual Studio (Microsoft) — integração nativa e completa.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Estrutura básica de um projeto C#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criar um projeto no Visual Studio, a classe principal Program.cs é gerada com o método Main.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é o ponto de entrada — primeira coisa executada ao iniciar o programa.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'namespace': organiza classes em pacotes lógicos (equivalente ao 'package' do Java).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'using': declara bibliotecas utilizadas pela classe (ex.: using System; para Console.WriteLine).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classe: botão direito no pacote → Adicionar → Novo Item → Classe.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Console.WriteLine("texto") = equivalente ao System.out.println("texto") do Java.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Hello World em C#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8046720" cy="2926080"/>
          </a:xfrm>
          <a:prstGeom prst="rect">
            <a:avLst/>
          </a:prstGeom>
          <a:solidFill>
            <a:srgbClr val="0D152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804672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188720"/>
            <a:ext cx="74980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System;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 ConsoleApp1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class Program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static void Main(string[] args)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Console.WriteLine("Hello World!");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= importar biblioteca | namespace = pacote | Main = ponto de entrada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Dinâmica 1 — De Java para C#: Traduzindo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32918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8016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duplas, 'traduzam' o seguinte código Java para C#: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Java: package item1; public class Carro { public String modelo; public void ligar() { System.out.println("Ligou!"); } }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Dicas: package → namespace | System.out.println → Console.WriteLine | import → using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Identifiquem as semelhanças e diferenças de sintaxe.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5 minutos.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Resposta — Dinâmica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C#: using System; namespace Item1 { class Carro { public string modelo; public void ligar() { Console.WriteLine("Ligou!"); } } }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Semelhanças: { } para escopo, public/void, nomes de classe com maiúscula, ponto-e-vírgula.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Diferenças: package→namespace, import→using, System.out.println→Console.WriteLine, String→string (minúsculo).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migração entre Java e C# é muito natural graças à base sintática comum do C.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45920"/>
            <a:ext cx="914400" cy="914400"/>
          </a:xfrm>
          <a:prstGeom prst="ellipse">
            <a:avLst/>
          </a:prstGeom>
          <a:solidFill>
            <a:srgbClr val="24365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4708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4630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6.2 Métodos em C#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828800" y="21945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void, retorno e o padrão getter/setter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Criando métodos em C#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void: sem retorno — executam ações (ex.: public void ligar() { ... }).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com retorno: declaram tipo antes do nome + return (ex.: public int calcularAno(int ano) { ... }).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 muito semelhante ao Java — facilita migração entre as linguagens.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trocam mensagens entre objetos, cada um realizando sua tarefa específica.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práticas: nomes de métodos descritivos, com verbos (ligar, calcular, exibir).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Classe Carro em C# com métodos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8046720" cy="2926080"/>
          </a:xfrm>
          <a:prstGeom prst="rect">
            <a:avLst/>
          </a:prstGeom>
          <a:solidFill>
            <a:srgbClr val="0D152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804672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188720"/>
            <a:ext cx="74980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Carro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float motor;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modelo;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ano;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ligar()  // Sem retorno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Console.WriteLine("Carro Ligou!");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calcularAno(int ano)  // Com retorno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ano - this.ano;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Praticamente idêntico ao Java — a diferença é Console.WriteLine vs System.out.println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Dinâmica 2 — Criando Classe Completa em C#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32918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8016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Individualmente, crie a classe 'Produto' em C# com: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Atributos: private string nome; private float preco; private int estoque;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Getters e Setters para cada atributo (public string getNome() / public void setNome(string nome)).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void: exibirInfo() → imprime nome, preço e estoque.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com retorno: calcularValorTotal() → retorna preco * estoque.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7 minutos.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Exemplo de resposta — Dinâmica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Produto { private string nome; private float preco; private int estoque;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public string getNome() { return nome; } public void setNome(string nome) { this.nome = nome; }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public float getPreco() { return preco; } public void setPreco(float preco) { this.preco = preco; }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public void exibirInfo() { Console.WriteLine(nome + " - R$" + preco + " - Estoque: " + estoque); }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public float calcularValorTotal() { return this.preco * this.estoque; } }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Getters/setters públicos controlam o acesso aos atributos privados = encapsulamento!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30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45920"/>
            <a:ext cx="914400" cy="914400"/>
          </a:xfrm>
          <a:prstGeom prst="ellipse">
            <a:avLst/>
          </a:prstGeom>
          <a:solidFill>
            <a:srgbClr val="24365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4708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4630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6.3 Modificadores de Acesso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828800" y="21945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Encapsulamento em C#: private, public e getters/setters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30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Encapsulamento com modificadores em C#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conceito do Java: public, private, protected e internal (equivalente ao default).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private + getters/setters public = padrão de encapsulamento em C#.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get: permite ler o valor de um atributo privado de fora da classe.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set: permite gravar um valor num atributo privado, controlando a entrada de dados.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outras classes acessam apenas o necessário, detalhes internos ficam protegidos.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também oferece Properties (get; set;) como atalho sintático — veremos em aulas futuras.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30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Classe Pessoa com encapsulamento em C#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8046720" cy="2926080"/>
          </a:xfrm>
          <a:prstGeom prst="rect">
            <a:avLst/>
          </a:prstGeom>
          <a:solidFill>
            <a:srgbClr val="0D152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804672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188720"/>
            <a:ext cx="74980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Pessoa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nome;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idade;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long cpf;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setNome(string nome) { this.nome = nome; }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getNome() { return nome; }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setIdade(int idade) { this.idade = idade; }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getIdade() { return idade; }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exibirDados() {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Console.WriteLine(nome + " - " + idade + " - " + cpf);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private + métodos get/set public = encapsulamento clássico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Dinâmica 3 — Público ou Privado em C#?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32918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8016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duplas, para a classe 'ContaCorrente', classifiquem cada membro: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Atributos: saldo, titular, agencia, senha, limiteEspecial.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Métodos: depositar(), sacar(), getSaldo(), setSenha(), transferir(), validarSenha().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um: defina como public ou private e justifique.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titular de outra conta consegue verificar saldo se ele é private? (dica: getter)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5 minutos.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30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Respostas — Dinâmica 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private: saldo, senha, limiteEspecial, validarSenha() — detalhes internos sensíveis.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public: depositar(), sacar(), getSaldo(), transferir(), titular (leitura via getter), agencia (leitura via getter).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setSenha(): pode ser public mas com validação interna (exigir senha antiga antes de trocar).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saldo é lido por outras classes através de getSaldo() — nunca diretamente.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Princípio: exponha o mínimo necessário, proteja o máximo possível.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30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45920"/>
            <a:ext cx="914400" cy="914400"/>
          </a:xfrm>
          <a:prstGeom prst="ellipse">
            <a:avLst/>
          </a:prstGeom>
          <a:solidFill>
            <a:srgbClr val="24365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4708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4630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6.4 Construtores Múltiplos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828800" y="21945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Polimorfismo em C#: sobrecarga de construtores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30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Construtores múltiplos em C#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Polimorfismo via sobrecarga: vários métodos com mesmo nome, parâmetros diferentes.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Construtor: tem o mesmo nome da classe — inicializa o objeto ao instanciar com 'new'.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Diferenciação: feita pela quantidade e tipos de parâmetros passados.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Pode-se ter: construtor sem parâmetros, com dados parciais ou com todos os dados.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 idêntica ao Java — o conceito é universal em linguagens OO.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Classe Aviao em C# com 3 construtores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8046720" cy="2926080"/>
          </a:xfrm>
          <a:prstGeom prst="rect">
            <a:avLst/>
          </a:prstGeom>
          <a:solidFill>
            <a:srgbClr val="0D152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804672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188720"/>
            <a:ext cx="74980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Aviao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empresa;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modelo;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Aviao()                              // Sem parâmetros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Console.WriteLine("E vdou!"); }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Aviao(int x, int y)                  // 2 inteiros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Console.WriteLine("Resultado = " + (x + y)); }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Aviao(string empresa, string modelo)  // 2 strings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this.empresa = empresa; this.modelo = modelo; }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construtores, mesmo nome 'Aviao', parâmetros diferentes = polimorfismo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30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Dinâmica 4 — Construtores em C#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32918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8016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Individualmente, crie a classe 'Veiculo' em C# com 3 construtores: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Construtor 1: sem parâmetros → Console.WriteLine("Veículo padrão criado").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Construtor 2: recebe (string marca) → inicializa apenas marca.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Construtor 3: recebe (string marca, int ano, float preco) → inicializa tudo.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também uma classe 'Loja' com Main que instancie 3 objetos Veiculo, um por construtor.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6 minutos.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30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Exemplo de resposta — Dinâmica 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Veiculo() { Console.WriteLine("Veículo padrão criado"); }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Veiculo(string marca) { this.marca = marca; }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Veiculo(string marca, int ano, float preco) { this.marca = marca; this.ano = ano; this.preco = preco; }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Loja: Veiculo v1 = new Veiculo(); | Veiculo v2 = new Veiculo("Fiat"); | Veiculo v3 = new Veiculo("Honda", 2024, 95000f);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'new Veiculo(...)' aciona um construtor diferente — polimorfismo via sobrecarga.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30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45920"/>
            <a:ext cx="914400" cy="914400"/>
          </a:xfrm>
          <a:prstGeom prst="ellipse">
            <a:avLst/>
          </a:prstGeom>
          <a:solidFill>
            <a:srgbClr val="24365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4708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4630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6.5 Herança em C#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828800" y="21945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Subclasses com ':' — reutilização de código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30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Herança em C#: dois-pontos ':'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C#, herança é declarada com ':' (dois-pontos): class Onca : Animal { }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Equivalente ao 'extends' do Java — mesmo conceito, sintaxe levemente diferente.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filha herda todos os atributos e métodos da classe pai.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filha pode adicionar atributos e métodos próprios, mais específicos.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Animal (especie, tamanho, cor) → Onca herda tudo + peso, velocidade, habitat.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Regra: uma onça É um animal, mas nem todo animal é uma onça.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30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Exemplo: Animal → Onca em C#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8046720" cy="2926080"/>
          </a:xfrm>
          <a:prstGeom prst="rect">
            <a:avLst/>
          </a:prstGeom>
          <a:solidFill>
            <a:srgbClr val="0D152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804672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188720"/>
            <a:ext cx="74980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Animal  // Superclasse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especie;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float tamanho;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cor;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getters e setters...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Onca : Animal  // Subclasse (herda de Animal)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float peso;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velocidade;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habitat;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getters e setters próprios...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Java: extends | C#: ':' — mesmo conceito, sintaxe diferente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30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Dinâmica 5 — Herança Completa em C#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32918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8016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duplas, criem uma hierarquia em C# para um sistema de e-commerce: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Superclasse 'Produto': private string nome, float preco + getters/setters + exibirInfo().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Subclasse 'Eletronico : Produto': private int voltagem, int garantiaMeses + getters/setters.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Subclasse 'Roupa : Produto': private string tamanho, string cor + getters/setters.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Main: instancie 1 Eletronico e 1 Roupa, preencha atributos e chame exibirInfo().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8 minutos.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30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Exemplo de resposta — Dinâmica 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Produto { private string nome; private float preco; public void exibirInfo() { Console.WriteLine(nome + " R$" + preco); } /* getters/setters */ }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Eletronico : Produto { private int voltagem; private int garantiaMeses; /* getters/setters próprios */ }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Roupa : Produto { private string tamanho; private string cor; /* getters/setters próprios */ }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Main: Eletronico tv = new Eletronico(); tv.setNome("TV"); tv.setPreco(2500f); tv.exibirInfo();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Eletronico e Roupa herdam nome e preço de Produto — sem reescrita. Herança + encapsulamento juntos!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30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 vs. C# — Comparativo de Sintaxe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338328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393192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→ organiza classes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→ importa bibliotecas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→ herança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System.out.println()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(maiúsculo)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 (máquina virtual)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IDE: NetBeans / Eclipse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931920" cy="338328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393192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88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C#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69164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→ organiza classes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→ importa bibliotecas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(dois-pontos) → herança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Console.WriteLine()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(minúsculo)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Framework / CLR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IDE: Visual Studio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30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65760"/>
            <a:ext cx="7680960" cy="118872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365760"/>
            <a:ext cx="54864" cy="1188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457200"/>
            <a:ext cx="7040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"C# e Java compartilham a mesma base sintática do C e os mesmos 4 princípios OO — a migração entre elas é natural e produtiva."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Pontos-chave da aula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C#: criada pela Microsoft (2000) para .NET — fácil aprendizagem, alta produtividade.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= package | using = import | Console.WriteLine = System.out.println.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Encapsulamento: private + getters/setters públicos — mesmo padrão do Java.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Polimorfismo: construtores múltiplos com parâmetros diferentes.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Herança: ':' no C# equivale a 'extends' no Java — mesma lógica, sintaxe levemente diferente.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572000"/>
            <a:ext cx="4572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 Até a próxima aula.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4572000"/>
            <a:ext cx="36576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POO — Aula 6</dc:title>
  <dc:subject>PptxGenJS Presentation</dc:subject>
  <dc:creator>UNISA</dc:creator>
  <cp:lastModifiedBy>UNISA</cp:lastModifiedBy>
  <cp:revision>1</cp:revision>
  <dcterms:created xsi:type="dcterms:W3CDTF">2026-03-14T05:54:41Z</dcterms:created>
  <dcterms:modified xsi:type="dcterms:W3CDTF">2026-03-14T05:54:41Z</dcterms:modified>
</cp:coreProperties>
</file>