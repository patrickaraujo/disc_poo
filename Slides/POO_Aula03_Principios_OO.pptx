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— Os 4 Princípios da Orientação a Objetos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princípios fundamentais da OO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Abstração: do mundo real ao computacional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Encapsulamento: segurança e sigilo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reutilização e produtividade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várias formas, mesmo método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Dinâmicas &amp; Atividades práticas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Princípios da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Encapsulamento, Herança e Polimorfismo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4 Princípios Fundamentais da OO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4592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objetos, atributos e métodos relevantes do mundo real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Encapsulamento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detalhes internos, controlar acesso público/privado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971800"/>
            <a:ext cx="393192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71800"/>
            <a:ext cx="54864" cy="164592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8580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características de classes existentes em novas classes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393192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971800"/>
            <a:ext cx="54864" cy="16459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Polimorfismo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9834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 com comportamentos diferentes conforme o contexto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os 4 princípios são essenciais?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que não siga os 4 princípios não é considerado 100% orientado a objetos.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análise do problema até as últimas linhas de código, o pensamento OO deve ser mantido.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princípios garantem segurança no código + reutilização e reaproveitamento eficiente.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implementação varia entre linguagens, mas o conceito teórico é universal.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deve oferecer suporte a todos os 4 para ser considerada orientada a objetos.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início parece difícil, mas com prática se torna natural.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Abstração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objetos relevantes do mundo real para o sistema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Abstração?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Talvez o princípio mais importante: responsável por toda a maneira de pensar ao preparar o sistema.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= isolar um objeto de reflexão dos fatores que normalmente lhe estão relacionados na realidade.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objetos do mundo real em objetos utilizáveis computacionalmente.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quais objetos são relevantes ao projeto e quais atributos e métodos cada um terá.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do cenário real entra no sistema — apenas o que é pertinente às regras de negócio.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Abstração na prática: oficina mecânica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encontrados: carro, pneu, lâmpada, mesa, ferramenta, cadeira, mecânico, peças...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Lâmpada: irrelevante para as regras de negócio — não precisa entrar no sistema.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Carro: muito importante — é o objeto central do processo da oficina.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Pneu: depende do contexto — se a oficina faz serviço de borracharia, é relevante; se não, pode ser dispensado.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Caixa: objeto com ação 'fechamento de caixa' — encerra a movimentação financeira do dia.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abstração define O QUÊ entra no sistema e COM QUAIS propriedades e ações.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Abstraindo um Cenário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3–4, vocês são analistas contratados para criar o sistema de um HOSPITAL.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Listem todos os objetos que vocês encontram num hospital (sem filtro, anotem tudo).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Agora, apliquem a abstração: quais objetos são RELEVANTES para um sistema de gestão hospitalar?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objeto relevante, definam: 2 atributos + 1 método.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objetos vocês DESCARTARAM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8 minutos. Apresentação: 2 minutos por grupo.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de resposta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encontrados: médico, enfermeiro, paciente, maca, bisturi, prontuário, cadeira, TV, receita, exame...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Relevantes: Médico (CRM, especialidade) → atenderPaciente(); Paciente (nome, convênio) → agendarConsulta().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(data, diagnóstico) → registrarEvolução(); Exame (tipo, resultado) → emitirLaudo().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Descartados: cadeira, TV, bisturi — existem no hospital mas não fazem parte das regras de negócio do sistema.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a abstração filtra o que é relevante e ignora o que não impacta os processos do software.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Encapsulamento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detalhes internos e proteger o código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Encapsulamento?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conceito para segmentação e segurança do código fonte.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em esconder detalhes internos de métodos e atributos que não devem ser compartilhados.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um método chame outro indevidamente ou que classes externas alterem dados sensíveis.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profissionais especializados apenas em suas classes, sem ver o sistema inteiro.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informações e procedimentos da empresa com maior sigilo.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Público vs. Privado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métodos e atributos acessíveis a partir de outras classes — tudo que precisa ser compartilhado.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Privado: métodos e atributos que trabalham somente em procedimentos internos da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sempre que uma informação não for necessária externamente, declare como privada.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método 'fechamento de caixa' pode ser privado — o resultado é passado por mensagem, mas o processo interno fica oculto.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= proteger + organizar + simplificar a interface entre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O que é Público? O que é Privado?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considerem a classe 'ContaBancaria' com os seguintes membros: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saldo, titular, senha, historicoTransacoes, limiteCredito.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depositar(), sacar(), consultarSaldo(), validarSenha(), calcularJuros().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Classifiquem cada atributo e método como PÚBLICO ou PRIVADO. Justifiquem.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extra: o que poderia acontecer se 'saldo' fosse público?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possíveis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depositar(), sacar(), consultarSaldo() — são as ações que outros objetos precisam acessar.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Privado: saldo, senha, historicoTransacoes, validarSenha(), calcularJuros() — detalhes internos sensíveis.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limiteCredito: pode ser privado com acesso via método público getLimite() (padrão getter).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titular: pode ser público (leitura) mas protegido contra alteração externa.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'saldo' fosse público: qualquer classe poderia alterar o valor diretamente, sem passar por sacar() ou depositar(), quebrando regras de negócio e gerando inconsistência.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Herança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características de classes existentes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Herança?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mais marcante para agilidade no desenvolvimento e reaproveitamento de código.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usar características de uma classe existente para criar novas classes semelhantes.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base (superclasse/classe pai): fornece as características que serão herdadas.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derivada (subclasse/classe filha): recebe tudo da base e pode acrescentar novidades.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melhor estruturação, menos duplicação, manutenção facilitada.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 na prática: Pessoa → Cliente / Funcionário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base 'Pessoa': atributos nome, RG, CPF, endereço — comuns a todos.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derivada 'Cliente': herda tudo de Pessoa + adiciona dataCadastro, preferencias.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derivada 'Funcionário': herda tudo de Pessoa + adiciona PIS, cargo, salario.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herança: teríamos que reescrever nome, RG, CPF e endereço em cada classe separadamente.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herança: alterou algo na classe Pessoa → todas as derivadas refletem automaticamente.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reutilização de código já existente e aumenta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Construindo Hierarquias de Herança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criem uma hierarquia de herança para um SISTEMA DE STREAMING DE VÍDEO: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Definam 1 classe base com pelo menos 4 atributos comuns.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Criem 3 classes derivadas que herdem da base e adicionem atributos/métodos próprios.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partida: Classe base 'Conteudo' → Derivadas: 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Desenhem a hierarquia no papel mostrando o que cada classe herda e o que adiciona.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base 'Conteudo': titulo, duracao, genero, classificacaoEtaria. Método: reproduzir().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'Filme': herda tudo + diretor, elenco. Método: exibirCreditos().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'Serie': herda tudo + temporada, episodio. Método: proximoEpisodio().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'Documentario': herda tudo + tema, fontes. Método: exibirBibliografia().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se adicionar 'idioma' em Conteudo, todas as 3 derivadas ganham automaticamente.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Polimorfismo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nome, comportamentos diferentes conforme o contexto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Polimorfismo?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grego: 'que pode ter várias formas'. Um método pode adotar formas diferentes conforme o contexto.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objeto que muda — são as ações que diferem quando mudamos a forma de nos referir a ele.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fatores como: quantidade de parâmetros, tipo de parâmetros, classe que implementa.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derivadas podem ter métodos com o mesmo nome da base, mas com comportamento particular.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forma de controlar, de maneira generalista, os métodos na classe base com particularidades nas derivadas.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Polimorfismo na prática: bônus por cargo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base 'Funcionario': método bonusAnual() — definido genericamente.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'Coordenador': bonusAnual() retorna salário × 7%.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'Gerente': bonusAnual() retorna salário × 10%.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'Diretor': bonusAnual() retorna salário × 12%.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nome de método, mas cada classe executa de forma diferente — isso é polimorfismo.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pode ocorrer na mesma classe: métodos com mesmo nome mas parâmetros diferentes (sobrecarga).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Identificando Polimorfismo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considere o cenário: sistema de transporte com veículos.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base 'Veiculo' com método calcularTarifa().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derivadas: Onibus, Taxi, Mototaxi.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como calcularTarifa() seria DIFERENTE em cada classe derivada.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crie um exemplo de sobrecarga — mesmo método, parâmetros diferentes na mesma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possíveis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Onibus: calcularTarifa() → retorna valor fixo (R$ 4,50), independente da distância.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Taxi: calcularTarifa() → bandeirada + (km × valorPorKm) + tempoParado.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Mototaxi: calcularTarifa() → distância × valorPorKm (sem bandeirada, tarifa mais simples).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calcularTarifa() vs. calcularTarifa(desconto) — com 1 parâmetro, aplica percentual de desconto.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 'calcularTarifa', 3 comportamentos totalmente diferentes = polimorfismo.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5 — Integradora: Os 4 Princípios Juntos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4, projetem um mini-sistema para uma LOCADORA DE VEÍCULOS.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Apliquem os 4 princípios e identifiquem para cada um: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ABSTRAÇÃO: quais objetos, atributos e métodos são relevantes?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ENCAPSULAMENTO: o que deve ser público e o que deve ser privado?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existe uma classe base que pode gerar derivadas?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algum método se comporta diferente conforme o tipo de veículo?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ABSTRAÇÃO: Veiculo (placa, modelo, diaria), Cliente (nome, CNH), Locacao (dataInicio, dataFim, calcularTotal()).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ENCAPSULAMENTO: 'saldo do caixa' é privado; 'consultarDisponibilidade()' é público.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Veiculo → Carro (arCondicionado), Moto (cilindrada), Van (capacidadePassageiros).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calcularDiaria() → Carro: R$120; Moto: R$60; Van: R$200 — mesmo método, valores diferentes.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princípios trabalham juntos para um sistema organizado, seguro e reutilizável.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"Os quatro princípios — abstração, encapsulamento, herança e polimorfismo — garantem todas as vantagens da utilização do paradigma OO."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filtra o que é relevante do mundo real para o sistema.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protege dados com visibilidade pública/privada.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permite reutilização: classe base → classes derivadas.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mesmo método, comportamentos diferentes por contexto.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princípios devem ser aplicados do início ao fim de todo projeto OO.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 — Aula 3</dc:title>
  <dc:subject>PptxGenJS Presentation</dc:subject>
  <dc:creator>UNISA</dc:creator>
  <cp:lastModifiedBy>UNISA</cp:lastModifiedBy>
  <cp:revision>1</cp:revision>
  <dcterms:created xsi:type="dcterms:W3CDTF">2026-03-10T18:00:30Z</dcterms:created>
  <dcterms:modified xsi:type="dcterms:W3CDTF">2026-03-10T18:00:30Z</dcterms:modified>
</cp:coreProperties>
</file>